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Noto Sans JP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Noto Sans JP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Noto Sans JP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Noto Sans JP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Noto Sans JP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Noto Sans JP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Noto Sans JP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Noto Sans JP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Noto Sans JP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" y="701070"/>
            <a:ext cx="1582918" cy="313822"/>
          </a:xfrm>
          <a:prstGeom prst="roundRect">
            <a:avLst>
              <a:gd name="adj" fmla="val 33247"/>
            </a:avLst>
          </a:prstGeom>
          <a:solidFill>
            <a:srgbClr val="E0A2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37260" y="701070"/>
            <a:ext cx="1445758" cy="3412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b="1" spc="72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資料作成テスト</a:t>
            </a:r>
            <a:endParaRPr lang="en-US" sz="1440" dirty="0"/>
          </a:p>
        </p:txBody>
      </p:sp>
      <p:sp>
        <p:nvSpPr>
          <p:cNvPr id="6" name="Text 3"/>
          <p:cNvSpPr/>
          <p:nvPr/>
        </p:nvSpPr>
        <p:spPr>
          <a:xfrm>
            <a:off x="822960" y="1132835"/>
            <a:ext cx="13075920" cy="651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914"/>
              </a:lnSpc>
              <a:buNone/>
            </a:pPr>
            <a:r>
              <a:rPr lang="en-US" sz="4680" b="1" spc="70" kern="0" dirty="0">
                <a:solidFill>
                  <a:srgbClr val="2B2B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資料テスト</a:t>
            </a:r>
            <a:endParaRPr lang="en-US" sz="4680" dirty="0"/>
          </a:p>
        </p:txBody>
      </p:sp>
      <p:sp>
        <p:nvSpPr>
          <p:cNvPr id="7" name="Text 4"/>
          <p:cNvSpPr/>
          <p:nvPr/>
        </p:nvSpPr>
        <p:spPr>
          <a:xfrm>
            <a:off x="822960" y="1915074"/>
            <a:ext cx="3034894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48" spc="336" kern="0" dirty="0">
                <a:solidFill>
                  <a:srgbClr val="AAAB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生成と書き出しの確認</a:t>
            </a:r>
            <a:endParaRPr lang="en-US" sz="1848" dirty="0"/>
          </a:p>
        </p:txBody>
      </p:sp>
      <p:sp>
        <p:nvSpPr>
          <p:cNvPr id="8" name="Text 5"/>
          <p:cNvSpPr/>
          <p:nvPr/>
        </p:nvSpPr>
        <p:spPr>
          <a:xfrm>
            <a:off x="3480938" y="1852300"/>
            <a:ext cx="1824502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520" b="1" dirty="0">
                <a:solidFill>
                  <a:srgbClr val="7E7F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Test Deck</a:t>
            </a:r>
            <a:endParaRPr lang="en-US" sz="2520" dirty="0"/>
          </a:p>
        </p:txBody>
      </p:sp>
      <p:sp>
        <p:nvSpPr>
          <p:cNvPr id="9" name="Shape 6"/>
          <p:cNvSpPr/>
          <p:nvPr/>
        </p:nvSpPr>
        <p:spPr>
          <a:xfrm>
            <a:off x="7299930" y="2499970"/>
            <a:ext cx="30450" cy="4144701"/>
          </a:xfrm>
          <a:prstGeom prst="rect">
            <a:avLst/>
          </a:prstGeom>
          <a:solidFill>
            <a:srgbClr val="E0A23A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921" y="2103029"/>
            <a:ext cx="6069147" cy="199247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93110" y="3019349"/>
            <a:ext cx="85341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656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動作確認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018020" y="2802179"/>
            <a:ext cx="594360" cy="365760"/>
          </a:xfrm>
          <a:prstGeom prst="roundRect">
            <a:avLst>
              <a:gd name="adj" fmla="val 31696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0" dist="76200" dir="5400000">
              <a:srgbClr val="464864">
                <a:alpha val="14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132320" y="2802179"/>
            <a:ext cx="495971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b="1" dirty="0">
                <a:solidFill>
                  <a:srgbClr val="2B2B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584" dirty="0"/>
          </a:p>
        </p:txBody>
      </p:sp>
      <p:sp>
        <p:nvSpPr>
          <p:cNvPr id="14" name="Shape 10"/>
          <p:cNvSpPr/>
          <p:nvPr/>
        </p:nvSpPr>
        <p:spPr>
          <a:xfrm>
            <a:off x="7231350" y="3228838"/>
            <a:ext cx="167610" cy="16761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E0A23A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7150" dir="5400000">
              <a:srgbClr val="E0A23A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18020" y="4275186"/>
            <a:ext cx="594360" cy="365760"/>
          </a:xfrm>
          <a:prstGeom prst="roundRect">
            <a:avLst>
              <a:gd name="adj" fmla="val 31696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0" dist="76200" dir="5400000">
              <a:srgbClr val="464864">
                <a:alpha val="14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132320" y="4275186"/>
            <a:ext cx="495971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b="1" dirty="0">
                <a:solidFill>
                  <a:srgbClr val="2B2B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構成</a:t>
            </a:r>
            <a:endParaRPr lang="en-US" sz="1584" dirty="0"/>
          </a:p>
        </p:txBody>
      </p:sp>
      <p:sp>
        <p:nvSpPr>
          <p:cNvPr id="17" name="Shape 13"/>
          <p:cNvSpPr/>
          <p:nvPr/>
        </p:nvSpPr>
        <p:spPr>
          <a:xfrm>
            <a:off x="7231350" y="4701936"/>
            <a:ext cx="167610" cy="16761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E0A23A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7150" dir="5400000">
              <a:srgbClr val="E0A23A">
                <a:alpha val="3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241" y="3576127"/>
            <a:ext cx="6069147" cy="199247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83880" y="4492356"/>
            <a:ext cx="989929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656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全3ページ</a:t>
            </a:r>
            <a:endParaRPr lang="en-US" sz="15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3043" y="4947270"/>
            <a:ext cx="6214994" cy="219629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 rot="60000">
            <a:off x="5476494" y="5978622"/>
            <a:ext cx="963168" cy="2574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656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PPTX出力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7002750" y="5702473"/>
            <a:ext cx="624810" cy="381030"/>
          </a:xfrm>
          <a:prstGeom prst="roundRect">
            <a:avLst>
              <a:gd name="adj" fmla="val 30425"/>
            </a:avLst>
          </a:prstGeom>
          <a:solidFill>
            <a:srgbClr val="E0A23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0" dist="95250" dir="5400000">
              <a:srgbClr val="E0A23A">
                <a:alpha val="42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7109460" y="5702473"/>
            <a:ext cx="544251" cy="4084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782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形式</a:t>
            </a:r>
            <a:endParaRPr lang="en-US" sz="1782" dirty="0"/>
          </a:p>
        </p:txBody>
      </p:sp>
      <p:sp>
        <p:nvSpPr>
          <p:cNvPr id="24" name="Shape 18"/>
          <p:cNvSpPr/>
          <p:nvPr/>
        </p:nvSpPr>
        <p:spPr>
          <a:xfrm>
            <a:off x="7193310" y="6144494"/>
            <a:ext cx="243870" cy="243870"/>
          </a:xfrm>
          <a:prstGeom prst="ellipse">
            <a:avLst/>
          </a:prstGeom>
          <a:solidFill>
            <a:srgbClr val="E0A23A"/>
          </a:solidFill>
          <a:ln w="57150">
            <a:solidFill>
              <a:srgbClr val="E0A23A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12700" dir="16200000">
              <a:srgbClr val="E0A23A">
                <a:alpha val="14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1005840" y="6842730"/>
            <a:ext cx="2403043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dirty="0">
                <a:solidFill>
                  <a:srgbClr val="9A9BA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資料作成フローのテスト用デッキ</a:t>
            </a:r>
            <a:endParaRPr lang="en-US" sz="1254" dirty="0"/>
          </a:p>
        </p:txBody>
      </p:sp>
      <p:sp>
        <p:nvSpPr>
          <p:cNvPr id="26" name="Text 20"/>
          <p:cNvSpPr/>
          <p:nvPr/>
        </p:nvSpPr>
        <p:spPr>
          <a:xfrm>
            <a:off x="822960" y="7315200"/>
            <a:ext cx="44540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6" kern="0" dirty="0">
                <a:solidFill>
                  <a:srgbClr val="9A9BA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*/</a:t>
            </a:r>
            <a:endParaRPr lang="en-US" sz="1584" dirty="0"/>
          </a:p>
        </p:txBody>
      </p:sp>
      <p:sp>
        <p:nvSpPr>
          <p:cNvPr id="27" name="Text 21"/>
          <p:cNvSpPr/>
          <p:nvPr/>
        </p:nvSpPr>
        <p:spPr>
          <a:xfrm>
            <a:off x="1176924" y="7315200"/>
            <a:ext cx="541128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6" kern="0" dirty="0">
                <a:solidFill>
                  <a:srgbClr val="9A9BA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3ページ構成でスライド生成とPPTX書き出しを確認します</a:t>
            </a:r>
            <a:endParaRPr lang="en-US" sz="1584" dirty="0"/>
          </a:p>
        </p:txBody>
      </p:sp>
      <p:sp>
        <p:nvSpPr>
          <p:cNvPr id="28" name="Text 22"/>
          <p:cNvSpPr/>
          <p:nvPr/>
        </p:nvSpPr>
        <p:spPr>
          <a:xfrm>
            <a:off x="6163879" y="7315200"/>
            <a:ext cx="44540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6" kern="0" dirty="0">
                <a:solidFill>
                  <a:srgbClr val="9A9BA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/*</a:t>
            </a:r>
            <a:endParaRPr lang="en-US" sz="158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" y="701070"/>
            <a:ext cx="2318461" cy="313822"/>
          </a:xfrm>
          <a:prstGeom prst="roundRect">
            <a:avLst>
              <a:gd name="adj" fmla="val 33247"/>
            </a:avLst>
          </a:prstGeom>
          <a:solidFill>
            <a:srgbClr val="7A5A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37260" y="701070"/>
            <a:ext cx="2181301" cy="3412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b="1" spc="72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作成フローの3ステップ</a:t>
            </a:r>
            <a:endParaRPr lang="en-US" sz="1440" dirty="0"/>
          </a:p>
        </p:txBody>
      </p:sp>
      <p:sp>
        <p:nvSpPr>
          <p:cNvPr id="6" name="Text 3"/>
          <p:cNvSpPr/>
          <p:nvPr/>
        </p:nvSpPr>
        <p:spPr>
          <a:xfrm>
            <a:off x="822960" y="1132835"/>
            <a:ext cx="13075920" cy="651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914"/>
              </a:lnSpc>
              <a:buNone/>
            </a:pPr>
            <a:r>
              <a:rPr lang="en-US" sz="4680" b="1" spc="70" kern="0" dirty="0">
                <a:solidFill>
                  <a:srgbClr val="2B2B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3ステップ</a:t>
            </a:r>
            <a:endParaRPr lang="en-US" sz="4680" dirty="0"/>
          </a:p>
        </p:txBody>
      </p:sp>
      <p:sp>
        <p:nvSpPr>
          <p:cNvPr id="7" name="Text 4"/>
          <p:cNvSpPr/>
          <p:nvPr/>
        </p:nvSpPr>
        <p:spPr>
          <a:xfrm>
            <a:off x="822960" y="1915074"/>
            <a:ext cx="3034894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48" spc="336" kern="0" dirty="0">
                <a:solidFill>
                  <a:srgbClr val="AAAB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整理・配置・書き出し</a:t>
            </a:r>
            <a:endParaRPr lang="en-US" sz="1848" dirty="0"/>
          </a:p>
        </p:txBody>
      </p:sp>
      <p:sp>
        <p:nvSpPr>
          <p:cNvPr id="8" name="Text 5"/>
          <p:cNvSpPr/>
          <p:nvPr/>
        </p:nvSpPr>
        <p:spPr>
          <a:xfrm>
            <a:off x="3465667" y="1852300"/>
            <a:ext cx="1776405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520" b="1" dirty="0">
                <a:solidFill>
                  <a:srgbClr val="7E7F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Workflow</a:t>
            </a:r>
            <a:endParaRPr lang="en-US" sz="252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" y="2420234"/>
            <a:ext cx="14514728" cy="24446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 rot="-120000">
            <a:off x="1159276" y="3366729"/>
            <a:ext cx="474513" cy="5790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2244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2244" dirty="0"/>
          </a:p>
        </p:txBody>
      </p:sp>
      <p:sp>
        <p:nvSpPr>
          <p:cNvPr id="11" name="Text 7"/>
          <p:cNvSpPr/>
          <p:nvPr/>
        </p:nvSpPr>
        <p:spPr>
          <a:xfrm>
            <a:off x="1790670" y="3461552"/>
            <a:ext cx="2709642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2B2B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内容整理 · 要点を整理</a:t>
            </a:r>
            <a:endParaRPr lang="en-US" sz="204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56" y="3680460"/>
            <a:ext cx="14097396" cy="20273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 rot="120000">
            <a:off x="1159276" y="4418289"/>
            <a:ext cx="474513" cy="5790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2244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2244" dirty="0"/>
          </a:p>
        </p:txBody>
      </p:sp>
      <p:sp>
        <p:nvSpPr>
          <p:cNvPr id="14" name="Text 9"/>
          <p:cNvSpPr/>
          <p:nvPr/>
        </p:nvSpPr>
        <p:spPr>
          <a:xfrm>
            <a:off x="1790670" y="4513112"/>
            <a:ext cx="3524921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2B2B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レイアウト · 構成を自動選択</a:t>
            </a:r>
            <a:endParaRPr lang="en-US" sz="204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456" y="4732020"/>
            <a:ext cx="14097396" cy="202731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 rot="-120000">
            <a:off x="1159276" y="5469849"/>
            <a:ext cx="474513" cy="5790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2244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2244" dirty="0"/>
          </a:p>
        </p:txBody>
      </p:sp>
      <p:sp>
        <p:nvSpPr>
          <p:cNvPr id="17" name="Text 11"/>
          <p:cNvSpPr/>
          <p:nvPr/>
        </p:nvSpPr>
        <p:spPr>
          <a:xfrm>
            <a:off x="1790670" y="5564672"/>
            <a:ext cx="2963022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2B2B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書き出し · PPTXで出力</a:t>
            </a:r>
            <a:endParaRPr lang="en-US" sz="2040" dirty="0"/>
          </a:p>
        </p:txBody>
      </p:sp>
      <p:sp>
        <p:nvSpPr>
          <p:cNvPr id="18" name="Text 12"/>
          <p:cNvSpPr/>
          <p:nvPr/>
        </p:nvSpPr>
        <p:spPr>
          <a:xfrm>
            <a:off x="822960" y="7315200"/>
            <a:ext cx="44540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6" kern="0" dirty="0">
                <a:solidFill>
                  <a:srgbClr val="9A9BA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*/</a:t>
            </a:r>
            <a:endParaRPr lang="en-US" sz="1584" dirty="0"/>
          </a:p>
        </p:txBody>
      </p:sp>
      <p:sp>
        <p:nvSpPr>
          <p:cNvPr id="19" name="Text 13"/>
          <p:cNvSpPr/>
          <p:nvPr/>
        </p:nvSpPr>
        <p:spPr>
          <a:xfrm>
            <a:off x="1176924" y="7315200"/>
            <a:ext cx="345643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6" kern="0" dirty="0">
                <a:solidFill>
                  <a:srgbClr val="9A9BA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3つのステップで資料を自動作成する</a:t>
            </a:r>
            <a:endParaRPr lang="en-US" sz="1584" dirty="0"/>
          </a:p>
        </p:txBody>
      </p:sp>
      <p:sp>
        <p:nvSpPr>
          <p:cNvPr id="20" name="Text 14"/>
          <p:cNvSpPr/>
          <p:nvPr/>
        </p:nvSpPr>
        <p:spPr>
          <a:xfrm>
            <a:off x="4355744" y="7315200"/>
            <a:ext cx="44540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6" kern="0" dirty="0">
                <a:solidFill>
                  <a:srgbClr val="9A9BA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/*</a:t>
            </a:r>
            <a:endParaRPr lang="en-US" sz="158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" y="701070"/>
            <a:ext cx="2397008" cy="313822"/>
          </a:xfrm>
          <a:prstGeom prst="roundRect">
            <a:avLst>
              <a:gd name="adj" fmla="val 33247"/>
            </a:avLst>
          </a:prstGeom>
          <a:solidFill>
            <a:srgbClr val="5B8D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37260" y="701070"/>
            <a:ext cx="2259848" cy="3412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b="1" spc="72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まとめと次のアクション</a:t>
            </a:r>
            <a:endParaRPr lang="en-US" sz="1440" dirty="0"/>
          </a:p>
        </p:txBody>
      </p:sp>
      <p:sp>
        <p:nvSpPr>
          <p:cNvPr id="6" name="Text 3"/>
          <p:cNvSpPr/>
          <p:nvPr/>
        </p:nvSpPr>
        <p:spPr>
          <a:xfrm>
            <a:off x="822960" y="1132835"/>
            <a:ext cx="13075920" cy="651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914"/>
              </a:lnSpc>
              <a:buNone/>
            </a:pPr>
            <a:r>
              <a:rPr lang="en-US" sz="4680" b="1" spc="70" kern="0" dirty="0">
                <a:solidFill>
                  <a:srgbClr val="2B2B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</a:t>
            </a:r>
            <a:endParaRPr lang="en-US" sz="4680" dirty="0"/>
          </a:p>
        </p:txBody>
      </p:sp>
      <p:sp>
        <p:nvSpPr>
          <p:cNvPr id="7" name="Text 4"/>
          <p:cNvSpPr/>
          <p:nvPr/>
        </p:nvSpPr>
        <p:spPr>
          <a:xfrm>
            <a:off x="822960" y="1915074"/>
            <a:ext cx="2734909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48" spc="336" kern="0" dirty="0">
                <a:solidFill>
                  <a:srgbClr val="AAAB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次は本番資料を作成</a:t>
            </a:r>
            <a:endParaRPr lang="en-US" sz="1848" dirty="0"/>
          </a:p>
        </p:txBody>
      </p:sp>
      <p:sp>
        <p:nvSpPr>
          <p:cNvPr id="8" name="Text 5"/>
          <p:cNvSpPr/>
          <p:nvPr/>
        </p:nvSpPr>
        <p:spPr>
          <a:xfrm>
            <a:off x="3218139" y="1852300"/>
            <a:ext cx="1876897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520" b="1" dirty="0">
                <a:solidFill>
                  <a:srgbClr val="7E7F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Step</a:t>
            </a:r>
            <a:endParaRPr lang="en-US" sz="252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1713586"/>
            <a:ext cx="7714427" cy="364498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89690" y="3124687"/>
            <a:ext cx="1332829" cy="880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016"/>
              </a:lnSpc>
              <a:buNone/>
            </a:pPr>
            <a:r>
              <a:rPr lang="en-US" sz="5016" b="1" spc="-114" kern="0" dirty="0">
                <a:solidFill>
                  <a:srgbClr val="5B8DEF">
                    <a:alpha val="5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</a:t>
            </a:r>
            <a:endParaRPr lang="en-US" sz="5016" dirty="0"/>
          </a:p>
        </p:txBody>
      </p:sp>
      <p:sp>
        <p:nvSpPr>
          <p:cNvPr id="11" name="Text 7"/>
          <p:cNvSpPr/>
          <p:nvPr/>
        </p:nvSpPr>
        <p:spPr>
          <a:xfrm>
            <a:off x="2659167" y="3448385"/>
            <a:ext cx="124971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656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仕上がり確認</a:t>
            </a:r>
            <a:endParaRPr lang="en-US" sz="15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146" y="1713586"/>
            <a:ext cx="7714427" cy="364498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58100" y="3124687"/>
            <a:ext cx="1332829" cy="880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016"/>
              </a:lnSpc>
              <a:buNone/>
            </a:pPr>
            <a:r>
              <a:rPr lang="en-US" sz="5016" b="1" spc="-114" kern="0" dirty="0">
                <a:solidFill>
                  <a:srgbClr val="5B8DEF">
                    <a:alpha val="5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調整</a:t>
            </a:r>
            <a:endParaRPr lang="en-US" sz="5016" dirty="0"/>
          </a:p>
        </p:txBody>
      </p:sp>
      <p:sp>
        <p:nvSpPr>
          <p:cNvPr id="14" name="Text 9"/>
          <p:cNvSpPr/>
          <p:nvPr/>
        </p:nvSpPr>
        <p:spPr>
          <a:xfrm>
            <a:off x="9227576" y="3448385"/>
            <a:ext cx="126489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656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デザイン調整</a:t>
            </a:r>
            <a:endParaRPr lang="en-US" sz="15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" y="4212549"/>
            <a:ext cx="7714427" cy="364516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89690" y="5623834"/>
            <a:ext cx="1332829" cy="880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016"/>
              </a:lnSpc>
              <a:buNone/>
            </a:pPr>
            <a:r>
              <a:rPr lang="en-US" sz="5016" b="1" spc="-114" kern="0" dirty="0">
                <a:solidFill>
                  <a:srgbClr val="5B8DEF">
                    <a:alpha val="5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本番</a:t>
            </a:r>
            <a:endParaRPr lang="en-US" sz="5016" dirty="0"/>
          </a:p>
        </p:txBody>
      </p:sp>
      <p:sp>
        <p:nvSpPr>
          <p:cNvPr id="17" name="Text 11"/>
          <p:cNvSpPr/>
          <p:nvPr/>
        </p:nvSpPr>
        <p:spPr>
          <a:xfrm>
            <a:off x="2659167" y="5947532"/>
            <a:ext cx="85341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656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本番作成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822960" y="7315200"/>
            <a:ext cx="44540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6" kern="0" dirty="0">
                <a:solidFill>
                  <a:srgbClr val="9A9BA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*/</a:t>
            </a:r>
            <a:endParaRPr lang="en-US" sz="1584" dirty="0"/>
          </a:p>
        </p:txBody>
      </p:sp>
      <p:sp>
        <p:nvSpPr>
          <p:cNvPr id="19" name="Text 13"/>
          <p:cNvSpPr/>
          <p:nvPr/>
        </p:nvSpPr>
        <p:spPr>
          <a:xfrm>
            <a:off x="1176924" y="7315200"/>
            <a:ext cx="291743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6" kern="0" dirty="0">
                <a:solidFill>
                  <a:srgbClr val="9A9BA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テストは完了、次は本番資料へ</a:t>
            </a:r>
            <a:endParaRPr lang="en-US" sz="1584" dirty="0"/>
          </a:p>
        </p:txBody>
      </p:sp>
      <p:sp>
        <p:nvSpPr>
          <p:cNvPr id="20" name="Text 14"/>
          <p:cNvSpPr/>
          <p:nvPr/>
        </p:nvSpPr>
        <p:spPr>
          <a:xfrm>
            <a:off x="3834262" y="7315200"/>
            <a:ext cx="44540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6" kern="0" dirty="0">
                <a:solidFill>
                  <a:srgbClr val="9A9BA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/*</a:t>
            </a:r>
            <a:endParaRPr lang="en-US" sz="15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JP" panose="020F0302020204030204"/>
        <a:ea typeface="Noto Sans JP"/>
        <a:cs typeface="Noto Sans JP"/>
        <a:font script="Jpan" typeface="Noto Sans JP"/>
        <a:font script="Hang" typeface="Noto Sans JP"/>
        <a:font script="Hans" typeface="Noto Sans JP"/>
        <a:font script="Hant" typeface="Noto Sans JP"/>
        <a:font script="Arab" typeface="Noto Sans JP"/>
        <a:font script="Hebr" typeface="Noto Sans JP"/>
        <a:font script="Thai" typeface="Noto Sans JP"/>
        <a:font script="Ethi" typeface="Noto Sans JP"/>
        <a:font script="Beng" typeface="Noto Sans JP"/>
        <a:font script="Gujr" typeface="Noto Sans JP"/>
        <a:font script="Khmr" typeface="Noto Sans JP"/>
        <a:font script="Knda" typeface="Noto Sans JP"/>
        <a:font script="Guru" typeface="Noto Sans JP"/>
        <a:font script="Cans" typeface="Noto Sans JP"/>
        <a:font script="Cher" typeface="Noto Sans JP"/>
        <a:font script="Yiii" typeface="Noto Sans JP"/>
        <a:font script="Tibt" typeface="Noto Sans JP"/>
        <a:font script="Thaa" typeface="Noto Sans JP"/>
        <a:font script="Deva" typeface="Noto Sans JP"/>
        <a:font script="Telu" typeface="Noto Sans JP"/>
        <a:font script="Taml" typeface="Noto Sans JP"/>
        <a:font script="Syrc" typeface="Noto Sans JP"/>
        <a:font script="Orya" typeface="Noto Sans JP"/>
        <a:font script="Mlym" typeface="Noto Sans JP"/>
        <a:font script="Laoo" typeface="Noto Sans JP"/>
        <a:font script="Sinh" typeface="Noto Sans JP"/>
        <a:font script="Mong" typeface="Noto Sans JP"/>
        <a:font script="Viet" typeface="Noto Sans JP"/>
        <a:font script="Uigh" typeface="Noto Sans JP"/>
        <a:font script="Geor" typeface="Noto Sans JP"/>
        <a:font script="Armn" typeface="Noto Sans JP"/>
        <a:font script="Bugi" typeface="Noto Sans JP"/>
        <a:font script="Bopo" typeface="Noto Sans JP"/>
        <a:font script="Java" typeface="Noto Sans JP"/>
        <a:font script="Lisu" typeface="Noto Sans JP"/>
        <a:font script="Mymr" typeface="Noto Sans JP"/>
        <a:font script="Nkoo" typeface="Noto Sans JP"/>
        <a:font script="Olck" typeface="Noto Sans JP"/>
        <a:font script="Osma" typeface="Noto Sans JP"/>
        <a:font script="Phag" typeface="Noto Sans JP"/>
        <a:font script="Syrn" typeface="Noto Sans JP"/>
        <a:font script="Syrj" typeface="Noto Sans JP"/>
        <a:font script="Syre" typeface="Noto Sans JP"/>
        <a:font script="Sora" typeface="Noto Sans JP"/>
        <a:font script="Tale" typeface="Noto Sans JP"/>
        <a:font script="Talu" typeface="Noto Sans JP"/>
        <a:font script="Tfng" typeface="Noto Sans JP"/>
      </a:majorFont>
      <a:minorFont>
        <a:latin typeface="Noto Sans JP" panose="020F0502020204030204"/>
        <a:ea typeface="Noto Sans JP"/>
        <a:cs typeface="Noto Sans JP"/>
        <a:font script="Jpan" typeface="Noto Sans JP"/>
        <a:font script="Hang" typeface="Noto Sans JP"/>
        <a:font script="Hans" typeface="Noto Sans JP"/>
        <a:font script="Hant" typeface="Noto Sans JP"/>
        <a:font script="Arab" typeface="Noto Sans JP"/>
        <a:font script="Hebr" typeface="Noto Sans JP"/>
        <a:font script="Thai" typeface="Noto Sans JP"/>
        <a:font script="Ethi" typeface="Noto Sans JP"/>
        <a:font script="Beng" typeface="Noto Sans JP"/>
        <a:font script="Gujr" typeface="Noto Sans JP"/>
        <a:font script="Khmr" typeface="Noto Sans JP"/>
        <a:font script="Knda" typeface="Noto Sans JP"/>
        <a:font script="Guru" typeface="Noto Sans JP"/>
        <a:font script="Cans" typeface="Noto Sans JP"/>
        <a:font script="Cher" typeface="Noto Sans JP"/>
        <a:font script="Yiii" typeface="Noto Sans JP"/>
        <a:font script="Tibt" typeface="Noto Sans JP"/>
        <a:font script="Thaa" typeface="Noto Sans JP"/>
        <a:font script="Deva" typeface="Noto Sans JP"/>
        <a:font script="Telu" typeface="Noto Sans JP"/>
        <a:font script="Taml" typeface="Noto Sans JP"/>
        <a:font script="Syrc" typeface="Noto Sans JP"/>
        <a:font script="Orya" typeface="Noto Sans JP"/>
        <a:font script="Mlym" typeface="Noto Sans JP"/>
        <a:font script="Laoo" typeface="Noto Sans JP"/>
        <a:font script="Sinh" typeface="Noto Sans JP"/>
        <a:font script="Mong" typeface="Noto Sans JP"/>
        <a:font script="Viet" typeface="Noto Sans JP"/>
        <a:font script="Uigh" typeface="Noto Sans JP"/>
        <a:font script="Geor" typeface="Noto Sans JP"/>
        <a:font script="Armn" typeface="Noto Sans JP"/>
        <a:font script="Bugi" typeface="Noto Sans JP"/>
        <a:font script="Bopo" typeface="Noto Sans JP"/>
        <a:font script="Java" typeface="Noto Sans JP"/>
        <a:font script="Lisu" typeface="Noto Sans JP"/>
        <a:font script="Mymr" typeface="Noto Sans JP"/>
        <a:font script="Nkoo" typeface="Noto Sans JP"/>
        <a:font script="Olck" typeface="Noto Sans JP"/>
        <a:font script="Osma" typeface="Noto Sans JP"/>
        <a:font script="Phag" typeface="Noto Sans JP"/>
        <a:font script="Syrn" typeface="Noto Sans JP"/>
        <a:font script="Syrj" typeface="Noto Sans JP"/>
        <a:font script="Syre" typeface="Noto Sans JP"/>
        <a:font script="Sora" typeface="Noto Sans JP"/>
        <a:font script="Tale" typeface="Noto Sans JP"/>
        <a:font script="Talu" typeface="Noto Sans JP"/>
        <a:font script="Tfng" typeface="Noto Sans JP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Deck Export</dc:title>
  <dc:subject>Editable PPTX export</dc:subject>
  <dc:creator>Dashi PPT</dc:creator>
  <cp:lastModifiedBy>Dashi PPT</cp:lastModifiedBy>
  <cp:revision>1</cp:revision>
  <dcterms:created xsi:type="dcterms:W3CDTF">2026-10-03T13:24:06Z</dcterms:created>
  <dcterms:modified xsi:type="dcterms:W3CDTF">2026-10-03T13:24:06Z</dcterms:modified>
</cp:coreProperties>
</file>